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50" d="100"/>
          <a:sy n="50" d="100"/>
        </p:scale>
        <p:origin x="1022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A789-8F34-1CE9-73FB-7AF8D0D1F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8FD8A-17C3-6953-A37B-789F5F6E2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D652C-9932-74A4-1C6E-B97192BB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C6288-7BD7-1D89-0D22-11FED191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47B5C-DB1D-E9C3-2E04-62476684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4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7EB0-E069-45B8-5553-2A7744FBE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38E2A-0CF4-CB30-7145-BC089E45B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796A-EA66-E486-39E2-1A5BFA9D1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7D4C-D61A-1059-288D-93DF2A8F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546DA-683A-0BA3-6344-92B783D2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8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1CA9-2662-16CB-56E7-B19ADA65C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85A06-F62C-9341-3C46-ACBFF243E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5559A-5D11-45D6-25BB-472EC6D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49CEF-6840-ABEC-6F5E-60FD2D65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3436-8276-7E2C-AA10-11D2A7AD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84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84B3-A9E6-3A08-DE15-3B8EFCC7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39610-0CCE-F804-CBF0-4953CF249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93B-8D82-2BB7-9711-E3566B170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9F7AF-B454-E0D3-7866-26A255AC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B4675-DBEF-3AA0-AA10-2DC982F15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D7267-6C5B-CFCD-0AA9-E34D7729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7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D038-67A8-93C1-6A89-7C8ECCC63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6E82F-9943-18BD-096A-2F28860A9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AF972-CFC2-CBBF-62EA-71F44E131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AD6110-1C60-F3E7-DF29-3C33D1289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9F622-A793-3743-DB18-847207E88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99BD8-059B-F558-180C-017692F31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4C597-0024-D2DA-9CB9-889A7EF3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DD6A9-F555-D716-BF00-4D1CB7B6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13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FA32-C226-D29D-2DAE-E45B6AA5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D99E1-365D-B276-0516-C3D8525E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84E53-C348-0A98-6D12-DC4D948B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E9D40-9AB4-913B-11CB-3783E0F4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35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9B5B9-B2AC-91E2-BD07-DBA5597E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8A28B1-6728-2AF7-6BA6-8EBD72864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524AB-8221-F1FB-0949-1D28FFC9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27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38C7-8275-1979-7673-14AD4715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BB44-E6E6-BF5A-7CCA-44569A3DE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07550-2C6E-E750-CCA5-444C29900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EFD18-9DDD-6702-3B25-90953B0E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83EC7-1C3A-A4E8-03FA-DDAE27474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5A70B-7165-95F1-A2E5-2444CA23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34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5768-0B1B-63A2-773B-B1678A51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9AEB7-4945-24C1-387E-DFF115CF0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344FE-C192-413A-DC68-FA0E0D638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5D63-D02D-D5CE-68D2-8D2BA4C09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38FD5-49A1-FCF9-49C3-E62A2FDF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C1363-1804-BB74-A3BB-5A1E9F95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72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FE2C-0045-8B5B-786A-009577A7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6D8A0-70FC-BA49-A977-7C94CFA75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8C6BC-D9C9-D871-B350-DB82DBDC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DF37B-0EE6-C8D8-5CBF-7F719E41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4D41-960D-2433-7541-20BDAF2C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1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85618-7621-D104-4627-7EAC27038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55435-2055-A047-643B-4E2E5571C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DD023-4EC1-6F0A-EEEC-08595C6B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4C3D-98FA-2917-744B-3864AA91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14F4-249B-E49E-3336-667B33F7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4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0">
              <a:srgbClr val="D3DDEF">
                <a:alpha val="0"/>
              </a:srgbClr>
            </a:gs>
            <a:gs pos="93000">
              <a:srgbClr val="D7E1F1"/>
            </a:gs>
            <a:gs pos="100000">
              <a:schemeClr val="accent1">
                <a:lumMod val="40000"/>
                <a:lumOff val="60000"/>
              </a:schemeClr>
            </a:gs>
            <a:gs pos="100000">
              <a:schemeClr val="accent3">
                <a:lumMod val="45000"/>
                <a:lumOff val="5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70BC2-242A-41AA-FBF0-D88FDCEF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9EBD4-45FE-9F27-AE7F-7E309763E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EF019-7A9C-69C5-4018-07D6B522F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55149-FDAD-4D1F-BC13-ADAB9F08F0F4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A0774-376C-CE50-5309-44269E554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0E3E8-B93C-4B4D-05D2-E5900C38D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61372-516A-4C20-8D8B-280A34540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84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FEBD-4F32-797A-CE29-68F5C9674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0133"/>
            <a:ext cx="9144000" cy="1193800"/>
          </a:xfrm>
        </p:spPr>
        <p:txBody>
          <a:bodyPr/>
          <a:lstStyle/>
          <a:p>
            <a:r>
              <a:rPr lang="en-IN" dirty="0"/>
              <a:t>E-Commerce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F6AA9-56A1-4293-58C0-81D71AB34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0833" y="1576812"/>
            <a:ext cx="8170334" cy="529695"/>
          </a:xfrm>
        </p:spPr>
        <p:txBody>
          <a:bodyPr>
            <a:noAutofit/>
          </a:bodyPr>
          <a:lstStyle/>
          <a:p>
            <a:r>
              <a:rPr lang="en-IN" sz="3200" dirty="0"/>
              <a:t>Data-driven insights on customers and products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17A2F-712A-FD5A-F659-57420DC302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0"/>
            <a:ext cx="9723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3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8173-099C-FABB-A370-A5E2DC4EC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-134145"/>
            <a:ext cx="10515600" cy="1325563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093BA-7D21-D018-B5AF-D23797EAC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191418"/>
            <a:ext cx="10515600" cy="4351338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+mj-lt"/>
              </a:rPr>
              <a:t>Objective: </a:t>
            </a:r>
            <a:r>
              <a:rPr lang="en-IN" sz="3200" dirty="0" err="1">
                <a:latin typeface="+mj-lt"/>
              </a:rPr>
              <a:t>Analyze</a:t>
            </a:r>
            <a:r>
              <a:rPr lang="en-IN" sz="3200" dirty="0">
                <a:latin typeface="+mj-lt"/>
              </a:rPr>
              <a:t> e-commerce sales data to uncover actionable business insights</a:t>
            </a:r>
          </a:p>
          <a:p>
            <a:r>
              <a:rPr lang="en-IN" sz="3200" dirty="0">
                <a:latin typeface="+mj-lt"/>
              </a:rPr>
              <a:t>Goals: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+mj-lt"/>
              </a:rPr>
              <a:t>Identify top-performing products and categories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+mj-lt"/>
              </a:rPr>
              <a:t>Understand customer behaviour (top countries, top categories, etc)</a:t>
            </a:r>
          </a:p>
        </p:txBody>
      </p:sp>
    </p:spTree>
    <p:extLst>
      <p:ext uri="{BB962C8B-B14F-4D97-AF65-F5344CB8AC3E}">
        <p14:creationId xmlns:p14="http://schemas.microsoft.com/office/powerpoint/2010/main" val="292897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1329-B7DE-44ED-4736-57A1DBE9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-109008"/>
            <a:ext cx="10515600" cy="1325563"/>
          </a:xfrm>
        </p:spPr>
        <p:txBody>
          <a:bodyPr/>
          <a:lstStyle/>
          <a:p>
            <a:r>
              <a:rPr lang="en-IN" dirty="0"/>
              <a:t>Revenue Trend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F41C4C-1165-D1D7-97C1-ED1A59B54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928689"/>
            <a:ext cx="10648597" cy="3558644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C133C9D-EFEC-542C-21EE-D04A9DB6D450}"/>
              </a:ext>
            </a:extLst>
          </p:cNvPr>
          <p:cNvSpPr txBox="1">
            <a:spLocks/>
          </p:cNvSpPr>
          <p:nvPr/>
        </p:nvSpPr>
        <p:spPr>
          <a:xfrm>
            <a:off x="711199" y="4487333"/>
            <a:ext cx="10515600" cy="2015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Revenue peaks during Nov-Dec steady growth overall</a:t>
            </a:r>
          </a:p>
          <a:p>
            <a:r>
              <a:rPr lang="en-US" sz="3200" dirty="0"/>
              <a:t>Business Insight: High sales during holiday season suggest that marketing campaigns and inventory planning should focus on Q4.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7511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6728-A718-8478-82C9-B790A3AF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0"/>
            <a:ext cx="10515600" cy="1325563"/>
          </a:xfrm>
        </p:spPr>
        <p:txBody>
          <a:bodyPr/>
          <a:lstStyle/>
          <a:p>
            <a:r>
              <a:rPr lang="en-IN" dirty="0"/>
              <a:t>Top Categories &amp; Top Customers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4CC641-FFC3-376D-AA69-67EB1475E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7" y="1023128"/>
            <a:ext cx="5928360" cy="404698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4BBE66-6DF7-DCC3-3940-ADA73D47A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3128"/>
            <a:ext cx="6040120" cy="4046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D8EA15E-475E-76BD-1D09-CDE462462FB1}"/>
              </a:ext>
            </a:extLst>
          </p:cNvPr>
          <p:cNvSpPr txBox="1">
            <a:spLocks/>
          </p:cNvSpPr>
          <p:nvPr/>
        </p:nvSpPr>
        <p:spPr>
          <a:xfrm>
            <a:off x="431800" y="50701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Observation:</a:t>
            </a:r>
            <a:r>
              <a:rPr lang="en-US" sz="3200" dirty="0"/>
              <a:t> Homes and Apparel generate most revenue; top 10 customers contribute disproportionately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4265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058A5DF-F969-32E9-36BF-EBF18005B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527" y="867508"/>
            <a:ext cx="8522946" cy="4063298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C972DE0-C855-8D61-709E-BDD2F29943E0}"/>
              </a:ext>
            </a:extLst>
          </p:cNvPr>
          <p:cNvSpPr txBox="1">
            <a:spLocks/>
          </p:cNvSpPr>
          <p:nvPr/>
        </p:nvSpPr>
        <p:spPr>
          <a:xfrm>
            <a:off x="176115" y="-638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Regional &amp; Payment Insights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B18E5B2-F0B0-66F1-6F3B-F7CE90B43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6115" y="4795897"/>
            <a:ext cx="1180477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Observation: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3200" dirty="0"/>
              <a:t>Germany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lang="en-US" altLang="en-US" sz="3200" dirty="0"/>
              <a:t> UK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lead revenue; credit card and PayPal most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Insight: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Focus marketing efforts in top regions; ensure smooth experience for popular payment methods</a:t>
            </a:r>
          </a:p>
        </p:txBody>
      </p:sp>
    </p:spTree>
    <p:extLst>
      <p:ext uri="{BB962C8B-B14F-4D97-AF65-F5344CB8AC3E}">
        <p14:creationId xmlns:p14="http://schemas.microsoft.com/office/powerpoint/2010/main" val="38894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124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E-Commerce Sales Analysis</vt:lpstr>
      <vt:lpstr>Project Objective</vt:lpstr>
      <vt:lpstr>Revenue Trend</vt:lpstr>
      <vt:lpstr>Top Categories &amp; Top Customers</vt:lpstr>
      <vt:lpstr>Observation: Germany and  UK lead revenue; credit card and PayPal most used Business Insight: Focus marketing efforts in top regions; ensure smooth experience for popular payment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Aadesh Ingale</dc:creator>
  <cp:lastModifiedBy>Aadesh Ingale</cp:lastModifiedBy>
  <cp:revision>1</cp:revision>
  <dcterms:created xsi:type="dcterms:W3CDTF">2025-09-11T13:12:33Z</dcterms:created>
  <dcterms:modified xsi:type="dcterms:W3CDTF">2025-09-11T13:41:39Z</dcterms:modified>
</cp:coreProperties>
</file>